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Here is an equation: </a:t>
            </a:r>
            <m:oMath xmlns:m="http://schemas.openxmlformats.org/officeDocument/2006/math">
              <m:f>
                <m:fPr>
                  <m:ctrlPr>
                    <a:rPr i="1">
                      <a:solidFill>
                        <a:srgbClr val="000000"/>
                      </a:solidFill>
                    </a:rPr>
                  </m:ctrlPr>
                </m:fPr>
                <m:num>
                  <m:r>
                    <m:t>x</m:t>
                  </m:r>
                </m:num>
                <m:den>
                  <m:r>
                    <m:t>y</m:t>
                  </m:r>
                </m:den>
              </m:f>
            </m:oMath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